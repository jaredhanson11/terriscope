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4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6D4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D4CE8"/>
                </a:solidFill>
                <a:latin typeface="Calibri"/>
              </a:rPr>
              <a:t>TERRITORY REPORT</a:t>
            </a:r>
          </a:p>
        </p:txBody>
      </p:sp>
      <p:sp>
        <p:nvSpPr>
          <p:cNvPr id="5" name="title_slot"/>
          <p:cNvSpPr txBox="1"/>
          <p:nvPr/>
        </p:nvSpPr>
        <p:spPr>
          <a:xfrm>
            <a:off x="548640" y="1920240"/>
            <a:ext cx="8046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11827"/>
                </a:solidFill>
                <a:latin typeface="Calibri"/>
              </a:rPr>
              <a:t>{{cover_title}}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4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slot"/>
          <p:cNvSpPr txBox="1"/>
          <p:nvPr/>
        </p:nvSpPr>
        <p:spPr>
          <a:xfrm>
            <a:off x="274320" y="164592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{{title}}</a:t>
            </a:r>
          </a:p>
        </p:txBody>
      </p:sp>
      <p:sp>
        <p:nvSpPr>
          <p:cNvPr id="4" name="image_slot"/>
          <p:cNvSpPr/>
          <p:nvPr/>
        </p:nvSpPr>
        <p:spPr>
          <a:xfrm>
            <a:off x="274320" y="713232"/>
            <a:ext cx="5669280" cy="4201668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Map screenshot</a:t>
            </a:r>
          </a:p>
        </p:txBody>
      </p:sp>
      <p:sp>
        <p:nvSpPr>
          <p:cNvPr id="5" name="table_slot"/>
          <p:cNvSpPr/>
          <p:nvPr/>
        </p:nvSpPr>
        <p:spPr>
          <a:xfrm>
            <a:off x="6080760" y="713232"/>
            <a:ext cx="2788920" cy="4201668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Data 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4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6D4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D4CE8"/>
                </a:solidFill>
                <a:latin typeface="Calibri"/>
              </a:rPr>
              <a:t>SECTION</a:t>
            </a:r>
          </a:p>
        </p:txBody>
      </p:sp>
      <p:sp>
        <p:nvSpPr>
          <p:cNvPr id="5" name="title_slot"/>
          <p:cNvSpPr txBox="1"/>
          <p:nvPr/>
        </p:nvSpPr>
        <p:spPr>
          <a:xfrm>
            <a:off x="548640" y="22860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Calibri"/>
              </a:rPr>
              <a:t>{{layer_name}}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